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19ACC-F226-2DF9-7120-DF03AD187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6D96F4-A95C-B5BD-68A7-34B80979D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900E85-5AC2-7D6C-497F-E2D3CD98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B9E5FF-D0CE-A182-AA0A-6A85227C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638C3A-F15A-5794-CD5B-3FD600E7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72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F0242E-979A-6240-A998-A02CD68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1B68FB-EFB0-5B4B-F6ED-082131EB5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8EDE20-85B5-D31F-457F-6B6BD268E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31F9EA-58B8-AEE9-51FD-5E48BC1A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4DFE9-FBAF-5863-2797-2BEE11E1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2132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491DC4-9AAB-7A52-E7D5-87FC991DF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C8115-D179-F8B0-5261-D72EE052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7C9C2-A646-27FC-C788-20DF5F81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CC4766-09B1-295E-BCC4-002667F3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C51E33-1A30-1262-34E1-9CFEB24AA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62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E7BD79-7C55-0F7C-2D1C-ECDCD14F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FCED25-221A-535B-A2D8-45C4BD7F3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C0B43-5B0E-20CE-861E-DBFF6736B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A51956-CF98-762E-2826-F51EECA9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BBFB95-A0FF-B461-7D04-72077E19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7118E0-1B07-CB5F-696F-472E804E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2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FB9716-3494-77E8-8CEF-B79BE12F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C83498-9EED-7D9F-F775-4E081D038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C9439B4-2BAD-0424-D57D-89E946DE8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FBB96D0-FF15-3623-1652-8D9F71B79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197601-C6B1-A4DB-06A7-6CCEE9D3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B850BC2-B8EF-E6E6-DAB2-06E9FC38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8A04A4C-6E09-CD6D-9A1A-1B36780A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6B2E15-FD51-8E57-9276-6AB77C06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69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C86DF-0BE2-31D6-ED71-E371B8025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F9FE02B-0200-189A-09E4-8D275636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4821F6-C9CE-8C28-20F0-6935E5D0E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9406573-57FF-6000-7FED-82363E38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91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AA0D9C-40EF-A480-57C5-34713380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A57722A-0035-8A0D-E2AA-0A3D83D1E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99544E-D7D7-E49A-65B3-0B3B3B1A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058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9A37FB-E90B-EE42-A56A-AB65677C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EE01F6-EB35-2A96-0560-A5D3AB65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9946A1-3E62-B8D0-09ED-17988350E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F45B5D-EA1F-47E1-944E-1DAD115F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B9B1BA-60A7-5E71-4B3C-F916A548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A01EFA-F52B-371D-16BD-45DCDD80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27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FA366-D71B-9434-7CEA-41901FD89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2AB216-5B19-3F24-FF03-517DB1A7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0370D3-5C88-8040-50B0-5A8D9AD3A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245614-83A1-FB09-9F0A-1062E59B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63CF36-5EA6-775A-0964-9218E1F3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9F5E12-8752-EFD4-2D9D-11978CD43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90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A63D38-2E6C-787B-28B4-9D7AE4E1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99C79A-F453-FFC2-445E-B29278C1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5186AB-6453-1E43-7D5E-816A3F7C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63D10C-6249-1082-C1C1-34A5A2EA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CBD171-1899-427A-DA54-DB59F500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063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1F4281F-16A0-0206-A76F-63FDC87C3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0B0AC7-B861-9332-5C63-9938294D4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6E98BF-A904-406D-24EB-2EFF6033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B693D9-7FC1-712D-E9BD-20E79A0F8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145B3-0AC8-86BC-79BA-A445BEF0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2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5ED93F-6135-7A07-0EFB-CA6EE0E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147F4E-82B2-ED47-91A9-E5009BC53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B23355-157C-6E96-002D-74E0118C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AE3FC-2497-400B-B9D9-78440A3D80FC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5F39F0-1863-12EB-8F74-416C811E2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4790CA-187A-1729-2ED0-EA7110CA0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FD350-A4C2-446B-9468-793C790EE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46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65257A-56F2-029E-AAC2-0605317F3DD5}"/>
              </a:ext>
            </a:extLst>
          </p:cNvPr>
          <p:cNvSpPr/>
          <p:nvPr/>
        </p:nvSpPr>
        <p:spPr>
          <a:xfrm>
            <a:off x="272145" y="871248"/>
            <a:ext cx="11016342" cy="3298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3E43BF-A152-3195-21AB-E1D3FADAE24D}"/>
              </a:ext>
            </a:extLst>
          </p:cNvPr>
          <p:cNvSpPr txBox="1"/>
          <p:nvPr/>
        </p:nvSpPr>
        <p:spPr>
          <a:xfrm>
            <a:off x="762000" y="391886"/>
            <a:ext cx="269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電気機械工学科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829AD6-1E84-1CCB-3C70-22692320CEBD}"/>
              </a:ext>
            </a:extLst>
          </p:cNvPr>
          <p:cNvSpPr/>
          <p:nvPr/>
        </p:nvSpPr>
        <p:spPr>
          <a:xfrm>
            <a:off x="816427" y="1405039"/>
            <a:ext cx="2634343" cy="22307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D594E7-6F2F-652B-5F4E-578BBA1E2FAD}"/>
              </a:ext>
            </a:extLst>
          </p:cNvPr>
          <p:cNvSpPr txBox="1"/>
          <p:nvPr/>
        </p:nvSpPr>
        <p:spPr>
          <a:xfrm>
            <a:off x="1001486" y="1088571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授業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38CB0E6-B1F4-A05C-7FFD-4A74A3D9F042}"/>
              </a:ext>
            </a:extLst>
          </p:cNvPr>
          <p:cNvSpPr/>
          <p:nvPr/>
        </p:nvSpPr>
        <p:spPr>
          <a:xfrm>
            <a:off x="1055913" y="1557439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電気回路の課題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61FE4A-A44A-0F5A-FB36-A8C9F4024B05}"/>
              </a:ext>
            </a:extLst>
          </p:cNvPr>
          <p:cNvSpPr/>
          <p:nvPr/>
        </p:nvSpPr>
        <p:spPr>
          <a:xfrm>
            <a:off x="1055913" y="2189593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制御基礎課題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69EA26-A70B-BD65-8E27-5B72F50BBDB5}"/>
              </a:ext>
            </a:extLst>
          </p:cNvPr>
          <p:cNvSpPr txBox="1"/>
          <p:nvPr/>
        </p:nvSpPr>
        <p:spPr>
          <a:xfrm>
            <a:off x="1861457" y="2754868"/>
            <a:ext cx="123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D1AEDC-93EA-1BB3-9446-4A3AFCD85AB1}"/>
              </a:ext>
            </a:extLst>
          </p:cNvPr>
          <p:cNvSpPr/>
          <p:nvPr/>
        </p:nvSpPr>
        <p:spPr>
          <a:xfrm>
            <a:off x="3809996" y="1405039"/>
            <a:ext cx="2634343" cy="22307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1EF98BE-436F-D3F0-C7D6-297FE9821C34}"/>
              </a:ext>
            </a:extLst>
          </p:cNvPr>
          <p:cNvSpPr/>
          <p:nvPr/>
        </p:nvSpPr>
        <p:spPr>
          <a:xfrm>
            <a:off x="3962396" y="1557439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電気回路過去問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3400BEF-CAC7-5F8F-A22B-583620DB2976}"/>
              </a:ext>
            </a:extLst>
          </p:cNvPr>
          <p:cNvSpPr/>
          <p:nvPr/>
        </p:nvSpPr>
        <p:spPr>
          <a:xfrm>
            <a:off x="3962396" y="2189593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電子回路問題解説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46EBDA-BC51-7A7F-EC04-36B975CBA34A}"/>
              </a:ext>
            </a:extLst>
          </p:cNvPr>
          <p:cNvSpPr txBox="1"/>
          <p:nvPr/>
        </p:nvSpPr>
        <p:spPr>
          <a:xfrm>
            <a:off x="4767940" y="2754868"/>
            <a:ext cx="123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3C2EB5D-45A3-A185-1782-040135771CE2}"/>
              </a:ext>
            </a:extLst>
          </p:cNvPr>
          <p:cNvSpPr/>
          <p:nvPr/>
        </p:nvSpPr>
        <p:spPr>
          <a:xfrm>
            <a:off x="6683822" y="1396109"/>
            <a:ext cx="2634343" cy="22307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B0980F-ADAB-A5D8-58CA-F259E467ECF0}"/>
              </a:ext>
            </a:extLst>
          </p:cNvPr>
          <p:cNvSpPr/>
          <p:nvPr/>
        </p:nvSpPr>
        <p:spPr>
          <a:xfrm>
            <a:off x="6836222" y="1548509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電気回路分野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EA8E20A-9199-E912-1B3B-E61ABD7047AF}"/>
              </a:ext>
            </a:extLst>
          </p:cNvPr>
          <p:cNvSpPr/>
          <p:nvPr/>
        </p:nvSpPr>
        <p:spPr>
          <a:xfrm>
            <a:off x="6836222" y="2180663"/>
            <a:ext cx="2220687" cy="5326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院試難易度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3AFD3C3-41E8-AAB1-5DE0-25058D08719F}"/>
              </a:ext>
            </a:extLst>
          </p:cNvPr>
          <p:cNvSpPr txBox="1"/>
          <p:nvPr/>
        </p:nvSpPr>
        <p:spPr>
          <a:xfrm>
            <a:off x="7641766" y="2745938"/>
            <a:ext cx="123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ACCCF3E-D25A-8FD6-1BBB-B2AC78F3DD6C}"/>
              </a:ext>
            </a:extLst>
          </p:cNvPr>
          <p:cNvSpPr txBox="1"/>
          <p:nvPr/>
        </p:nvSpPr>
        <p:spPr>
          <a:xfrm>
            <a:off x="3842654" y="1035707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中間試験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6CD2842-AAE6-49CF-73A4-8173019AFF12}"/>
              </a:ext>
            </a:extLst>
          </p:cNvPr>
          <p:cNvSpPr txBox="1"/>
          <p:nvPr/>
        </p:nvSpPr>
        <p:spPr>
          <a:xfrm>
            <a:off x="6683822" y="1035707"/>
            <a:ext cx="1719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院試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5508982-E8D8-F798-016F-AA2F928CA5B2}"/>
              </a:ext>
            </a:extLst>
          </p:cNvPr>
          <p:cNvSpPr txBox="1"/>
          <p:nvPr/>
        </p:nvSpPr>
        <p:spPr>
          <a:xfrm>
            <a:off x="9590314" y="2081127"/>
            <a:ext cx="1371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・・・・・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75E445C-BB59-7CCE-E327-8DBCB0A34542}"/>
              </a:ext>
            </a:extLst>
          </p:cNvPr>
          <p:cNvSpPr/>
          <p:nvPr/>
        </p:nvSpPr>
        <p:spPr>
          <a:xfrm>
            <a:off x="272145" y="5031938"/>
            <a:ext cx="11016342" cy="954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E3E1839C-178C-3E95-1475-2A1B4928CAF8}"/>
              </a:ext>
            </a:extLst>
          </p:cNvPr>
          <p:cNvSpPr txBox="1"/>
          <p:nvPr/>
        </p:nvSpPr>
        <p:spPr>
          <a:xfrm>
            <a:off x="816427" y="4540126"/>
            <a:ext cx="269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情報学科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0F1FB32-F1BA-49A4-5B94-5A675431E278}"/>
              </a:ext>
            </a:extLst>
          </p:cNvPr>
          <p:cNvSpPr txBox="1"/>
          <p:nvPr/>
        </p:nvSpPr>
        <p:spPr>
          <a:xfrm>
            <a:off x="5453736" y="5934670"/>
            <a:ext cx="1230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</a:t>
            </a:r>
            <a:endParaRPr kumimoji="1" lang="en-US" altLang="ja-JP" dirty="0"/>
          </a:p>
          <a:p>
            <a:r>
              <a:rPr lang="ja-JP" altLang="en-US" dirty="0"/>
              <a:t>・</a:t>
            </a:r>
            <a:endParaRPr lang="en-US" altLang="ja-JP" dirty="0"/>
          </a:p>
          <a:p>
            <a:r>
              <a:rPr kumimoji="1" lang="ja-JP" altLang="en-US" dirty="0"/>
              <a:t>・</a:t>
            </a:r>
          </a:p>
        </p:txBody>
      </p:sp>
    </p:spTree>
    <p:extLst>
      <p:ext uri="{BB962C8B-B14F-4D97-AF65-F5344CB8AC3E}">
        <p14:creationId xmlns:p14="http://schemas.microsoft.com/office/powerpoint/2010/main" val="1280996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48</Words>
  <Application>Microsoft Office PowerPoint</Application>
  <PresentationFormat>ワイド画面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輝真 松岡</dc:creator>
  <cp:lastModifiedBy>輝真 松岡</cp:lastModifiedBy>
  <cp:revision>1</cp:revision>
  <dcterms:created xsi:type="dcterms:W3CDTF">2025-08-24T03:32:19Z</dcterms:created>
  <dcterms:modified xsi:type="dcterms:W3CDTF">2025-08-24T04:38:09Z</dcterms:modified>
</cp:coreProperties>
</file>